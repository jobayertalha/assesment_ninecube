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Business Knowledge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83444"/>
                </a:solidFill>
              </a:defRPr>
            </a:pPr>
            <a:r>
              <a:t>NineCube Digital | AI/ML Engineer Technical Assessment</a:t>
            </a:r>
          </a:p>
          <a:p>
            <a:pPr>
              <a:spcAft>
                <a:spcPts val="1000"/>
              </a:spcAft>
              <a:defRPr sz="1900">
                <a:solidFill>
                  <a:srgbClr val="283444"/>
                </a:solidFill>
              </a:defRPr>
            </a:pPr>
            <a:r>
              <a:t>A source-aware RAG proof of concept</a:t>
            </a:r>
          </a:p>
          <a:p>
            <a:pPr>
              <a:spcAft>
                <a:spcPts val="1000"/>
              </a:spcAft>
              <a:defRPr sz="19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900">
                <a:solidFill>
                  <a:srgbClr val="283444"/>
                </a:solidFill>
              </a:defRPr>
            </a:pPr>
            <a:r>
              <a:t>SmartShop BD is a fictional business; all sample facts are synthetic.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Business Knowledge Assistant  •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Problem: staff repeatedly search documents to answer common customer questions.</a:t>
            </a: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Users: customers and customer-support staff.</a:t>
            </a: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Objective: retrieve relevant business passages, generate evidence-grounded answers, and abstain when the knowledge base does not support an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Business Knowledge Assistant  •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Markdown knowledge base → chunking + source metadata → Sentence Transformers embeddings → normalized FAISS cosine search → relevance/ambiguity check → Groq LLM → answer with source filenames or safe abstention.</a:t>
            </a: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Stack: Python, Streamlit, Sentence Transformers, FAISS, Groq API, pytest. No separate backend or database server is needed for this small PoC.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Business Knowledge Assistant  •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Ingestion: load Markdown files, chunk text and build a persistent FAISS index.</a:t>
            </a: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Runtime: retrieve top-k passages, apply an initial relevance threshold, prompt the LLM with evidence only, and display sources.</a:t>
            </a: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83444"/>
                </a:solidFill>
              </a:defRPr>
            </a:pPr>
            <a:r>
              <a:t>Configuration: API key via .env; secrets excluded from Git. Synthetic data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Business Knowledge Assistant  •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Evaluation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Fixed 12-question test set: factual questions, multi-fact questions, unknown information, ambiguity and out-of-scope queries.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Retrieval: Hit Rate@k and source-level Precision@k.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Generation: reference-fact coverage plus manual answer-relevance and factual-grounding review.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Reliability: correct abstention checks and measured end-to-end latency.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Reproducible outputs: results/evaluation_results.csv and results/evaluation_summary.json. All values are produced by running the implementation; no performance claims are prefilled.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Business Knowledge Assistant  •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6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D4B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Current scope: a small synthetic business knowledge base and a proof-of-concept evaluation set.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Limitations: similarity thresholds require calibration; string-based fact checks can miss paraphrases; manual review is needed to judge grounding; API latency varies; production authentication and access controls are not included.</a:t>
            </a: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283444"/>
                </a:solidFill>
              </a:defRPr>
            </a:pPr>
            <a:r>
              <a:t>Next steps: run the evaluation, document two observed failures or limitations, make a targeted change, rerun the same questions, and report the measured trade-offs. For real deployment, expand the test set and complete privacy/security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E7887"/>
                </a:solidFill>
              </a:defRPr>
            </a:pPr>
            <a:r>
              <a:t>Business Knowledge Assistant  •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